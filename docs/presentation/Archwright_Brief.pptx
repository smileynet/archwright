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74920"/>
            <a:ext cx="1417320" cy="1417320"/>
          </a:xfrm>
          <a:prstGeom prst="ellipse">
            <a:avLst/>
          </a:prstGeom>
          <a:solidFill>
            <a:srgbClr val="142640"/>
          </a:solidFill>
          <a:ln w="25400">
            <a:solidFill>
              <a:srgbClr val="05D9E8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557784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ARCHWRIGHT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design intent </a:t>
            </a:r>
            <a:pPr indent="0" marL="0">
              <a:buNone/>
            </a:pPr>
            <a:r>
              <a:rPr lang="en-US" sz="2200" b="1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methodology, embodied as AI agent skills, that captures why you made a decision — then verifies your architecture actually honors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231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gets made, gets lost, and gets violated — silently. Here's how, and what it costs.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gets made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planning session, the team agrees on a rule that seems obvious enough not to write down twice.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51076" y="2606040"/>
            <a:ext cx="8686800" cy="3520440"/>
          </a:xfrm>
          <a:prstGeom prst="roundRect">
            <a:avLst>
              <a:gd name="adj" fmla="val 2338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08276" y="3108960"/>
            <a:ext cx="777240" cy="77724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156" y="3291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14116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·  DAY 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99716" y="4206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“Only one entity can hold the ball.”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299716" y="5303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a planning session. Written down. Everyone nods.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82596" y="5623560"/>
            <a:ext cx="7223760" cy="0"/>
          </a:xfrm>
          <a:prstGeom prst="line">
            <a:avLst/>
          </a:prstGeom>
          <a:noFill/>
          <a:ln w="12700">
            <a:solidFill>
              <a:srgbClr val="222E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99716" y="5715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seed of everything that follows in this deck.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weeks later, it breaks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28800" y="1874520"/>
            <a:ext cx="274320" cy="274320"/>
          </a:xfrm>
          <a:prstGeom prst="ellipse">
            <a:avLst/>
          </a:prstGeom>
          <a:solidFill>
            <a:srgbClr val="05D9E8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011680"/>
            <a:ext cx="7955280" cy="0"/>
          </a:xfrm>
          <a:prstGeom prst="line">
            <a:avLst/>
          </a:prstGeom>
          <a:noFill/>
          <a:ln w="25400">
            <a:solidFill>
              <a:srgbClr val="2A365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921240" y="187452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decision made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924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— bug ships silently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51076" y="2743200"/>
            <a:ext cx="8686800" cy="3246120"/>
          </a:xfrm>
          <a:prstGeom prst="roundRect">
            <a:avLst>
              <a:gd name="adj" fmla="val 2535"/>
            </a:avLst>
          </a:prstGeom>
          <a:solidFill>
            <a:srgbClr val="0D1420"/>
          </a:solidFill>
          <a:ln w="12700">
            <a:solidFill>
              <a:srgbClr val="222E4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08276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3 WEEKS LATER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08276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FielderAI  (oops)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ball_holder = self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208276" y="4800600"/>
            <a:ext cx="7772400" cy="0"/>
          </a:xfrm>
          <a:prstGeom prst="line">
            <a:avLst/>
          </a:prstGeom>
          <a:noFill/>
          <a:ln w="12700">
            <a:solidFill>
              <a:srgbClr val="22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8276" y="4983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step ever compares this line back to the decision made three weeks earlier.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actually costs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shows up as an error. It shows up later, as a symptom with no obvious cause.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53384" cy="2926080"/>
          </a:xfrm>
          <a:prstGeom prst="roundRect">
            <a:avLst>
              <a:gd name="adj" fmla="val 2500"/>
            </a:avLst>
          </a:prstGeom>
          <a:solidFill>
            <a:srgbClr val="3A1E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18132" y="2926080"/>
            <a:ext cx="914400" cy="914400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31272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690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bugs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ship straight to production, undetected by any review step.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7784" y="2560320"/>
            <a:ext cx="3453384" cy="2926080"/>
          </a:xfrm>
          <a:prstGeom prst="roundRect">
            <a:avLst>
              <a:gd name="adj" fmla="val 2500"/>
            </a:avLst>
          </a:prstGeom>
          <a:solidFill>
            <a:srgbClr val="3A1E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926080"/>
            <a:ext cx="914400" cy="914400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1272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2104" y="40690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debugging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87824" y="452628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rediscovering intent that already existed, somewhere, in a doc.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6928" y="2560320"/>
            <a:ext cx="3453384" cy="2926080"/>
          </a:xfrm>
          <a:prstGeom prst="roundRect">
            <a:avLst>
              <a:gd name="adj" fmla="val 2500"/>
            </a:avLst>
          </a:prstGeom>
          <a:solidFill>
            <a:srgbClr val="3A1E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56420" y="2926080"/>
            <a:ext cx="914400" cy="914400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588" y="312724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1248" y="406908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Eroded trust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06968" y="452628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docs become theater — nobody trusts them enough to re-read.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231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Archwright makes intent checkable — a way to name what you want, resolve the tension, and verify it holds.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intent to verified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express intent as forces — what you want, and what constrains you. The agent helps resolve those forces into specs it can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13916" y="2697480"/>
            <a:ext cx="1005840" cy="100584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228" y="290779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9516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9516" y="4389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vs.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constrains you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25596" y="2880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591556" y="2697480"/>
            <a:ext cx="1005840" cy="100584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290779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7156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7156" y="4389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that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both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603236" y="2880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9569196" y="2697480"/>
            <a:ext cx="1005840" cy="100584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08" y="2907792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4796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Checkable specs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54796" y="4389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926080" y="5440680"/>
            <a:ext cx="6336792" cy="0"/>
          </a:xfrm>
          <a:prstGeom prst="line">
            <a:avLst/>
          </a:prstGeom>
          <a:noFill/>
          <a:ln w="12700">
            <a:solidFill>
              <a:srgbClr val="222E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documentation — </a:t>
            </a:r>
            <a:pPr algn="ctr" indent="0" marL="0">
              <a:buNone/>
            </a:pPr>
            <a:r>
              <a:rPr lang="en-US" sz="1700" b="1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contracts.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team, same decisions. The difference is what happens after the decision is made.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17236" cy="3749040"/>
          </a:xfrm>
          <a:prstGeom prst="roundRect">
            <a:avLst>
              <a:gd name="adj" fmla="val 1951"/>
            </a:avLst>
          </a:prstGeom>
          <a:solidFill>
            <a:srgbClr val="3A1E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9748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ARCHWRIGHT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857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✗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live in docs nobody re-reads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✗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ship silently, undetected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✗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rediscovers intent that already existed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3076" y="2377440"/>
            <a:ext cx="5317236" cy="3749040"/>
          </a:xfrm>
          <a:prstGeom prst="roundRect">
            <a:avLst>
              <a:gd name="adj" fmla="val 1951"/>
            </a:avLst>
          </a:prstGeom>
          <a:solidFill>
            <a:srgbClr val="142640"/>
          </a:solidFill>
          <a:ln w="12700">
            <a:solidFill>
              <a:srgbClr val="05D9E8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88836" y="269748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ARCHWRIGHT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88836" y="3246120"/>
            <a:ext cx="45857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become checkable specs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are caught before they ship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intent once — not endless diffs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231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resolve the exact bug from Part One — the same ball_holder line — step by step, in four moves.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1 OF 4 — NAME THE FORCES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want?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resolving anything, we name the pull in each direction. First, the thing the game needs.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51076" y="2606040"/>
            <a:ext cx="8686800" cy="3520440"/>
          </a:xfrm>
          <a:prstGeom prst="roundRect">
            <a:avLst>
              <a:gd name="adj" fmla="val 2338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08276" y="3108960"/>
            <a:ext cx="777240" cy="77724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156" y="3291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14116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99716" y="4206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“Any fielder can receive a pass at any time.”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99716" y="5120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feature the game needs: freedom of motion for every player.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482596" y="5623560"/>
            <a:ext cx="7223760" cy="0"/>
          </a:xfrm>
          <a:prstGeom prst="line">
            <a:avLst/>
          </a:prstGeom>
          <a:noFill/>
          <a:ln w="12700">
            <a:solidFill>
              <a:srgbClr val="222E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99716" y="5715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forces pulling against 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1 OF 4 — NAME THE FORCES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limits us?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constraints push back on that freedom — one physical, one architectural.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62956" cy="3017520"/>
          </a:xfrm>
          <a:prstGeom prst="roundRect">
            <a:avLst>
              <a:gd name="adj" fmla="val 2727"/>
            </a:avLst>
          </a:prstGeom>
          <a:solidFill>
            <a:srgbClr val="3A1030"/>
          </a:solidFill>
          <a:ln w="12700">
            <a:solidFill>
              <a:srgbClr val="FF2E9A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43200"/>
            <a:ext cx="822960" cy="822960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F2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2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862072"/>
            <a:ext cx="3717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· PHYSICS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46314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“Exactly one entity holds the ball”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77356" y="2377440"/>
            <a:ext cx="5362956" cy="3017520"/>
          </a:xfrm>
          <a:prstGeom prst="roundRect">
            <a:avLst>
              <a:gd name="adj" fmla="val 2727"/>
            </a:avLst>
          </a:prstGeom>
          <a:solidFill>
            <a:srgbClr val="3A1030"/>
          </a:solidFill>
          <a:ln w="12700">
            <a:solidFill>
              <a:srgbClr val="FF2E9A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3116" y="2743200"/>
            <a:ext cx="822960" cy="822960"/>
          </a:xfrm>
          <a:prstGeom prst="ellipse">
            <a:avLst/>
          </a:prstGeom>
          <a:solidFill>
            <a:srgbClr val="0A0F1A"/>
          </a:solidFill>
          <a:ln w="19050">
            <a:solidFill>
              <a:srgbClr val="FF2E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3116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2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48956" y="2862072"/>
            <a:ext cx="37170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· ARCHITECTURE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43116" y="3840480"/>
            <a:ext cx="46314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“Only BallStateService writes possession”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= true invariant — this must never be violated.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2 OF 4 — RESOLVE THE 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configuration that satisfies both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receive, and exactly one holder, are not actually in conflict — if you separate the moment of transfer.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3200400"/>
          </a:xfrm>
          <a:prstGeom prst="roundRect">
            <a:avLst>
              <a:gd name="adj" fmla="val 2286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83464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Request / Validate model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280160" y="3749040"/>
            <a:ext cx="2834640" cy="822960"/>
          </a:xfrm>
          <a:prstGeom prst="roundRect">
            <a:avLst>
              <a:gd name="adj" fmla="val 7778"/>
            </a:avLst>
          </a:prstGeom>
          <a:solidFill>
            <a:srgbClr val="2C1650"/>
          </a:solidFill>
          <a:ln w="12700">
            <a:solidFill>
              <a:srgbClr val="05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3749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519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5196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080760" y="3749040"/>
            <a:ext cx="3383280" cy="822960"/>
          </a:xfrm>
          <a:prstGeom prst="roundRect">
            <a:avLst>
              <a:gd name="adj" fmla="val 7778"/>
            </a:avLst>
          </a:prstGeom>
          <a:solidFill>
            <a:srgbClr val="2C1650"/>
          </a:solidFill>
          <a:ln w="12700">
            <a:solidFill>
              <a:srgbClr val="05D9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BallStateService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080760" y="4663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VALIDATES &amp; commits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transfer is pending, the ball is “in flight” — no entity holds it.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2 OF 4 — RESOLVE THE 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as a pattern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forces, the tension, and the resolution get written down once — as a file, not a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13916" y="2377440"/>
            <a:ext cx="8961120" cy="3383280"/>
          </a:xfrm>
          <a:prstGeom prst="roundRect">
            <a:avLst>
              <a:gd name="adj" fmla="val 2162"/>
            </a:avLst>
          </a:prstGeom>
          <a:solidFill>
            <a:srgbClr val="0D1420"/>
          </a:solidFill>
          <a:ln w="12700">
            <a:solidFill>
              <a:srgbClr val="222E4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2697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28316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design/patterns/ball-possession.yaml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71116" y="33375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desire:     "Any fielder can receive a pass at any time"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2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constraint: "Exactly one entity holds the ball"        (★★)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2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constraint: "Only BallStateService writes possession"  (★★)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request_validate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note:  "ball is in-flight during transfer, no holder"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3 OF 4 — EXPRESS AS SPECS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lifecycle becomes a checkable state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behavior:ball-state-lifecycle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51476" y="23774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1476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51476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holder)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79992" y="23774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79992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79992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(receiver)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08960" y="2084832"/>
            <a:ext cx="1842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542032"/>
            <a:ext cx="1842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37476" y="2084832"/>
            <a:ext cx="1842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7476" y="2542032"/>
            <a:ext cx="1842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308" y="3611880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invalid → rejected, ball returns to Held (sender)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57200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3A1030"/>
          </a:solidFill>
          <a:ln w="12700">
            <a:solidFill>
              <a:srgbClr val="FF2E9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45736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08760" y="4572000"/>
            <a:ext cx="10131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 </a:t>
            </a:r>
            <a:pPr indent="0" marL="0">
              <a:buNone/>
            </a:pPr>
            <a:r>
              <a:rPr lang="en-US" sz="15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holder at any time  (★★)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3 OF 4 — EXPRESS AS SPECS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two more commitments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spec covers the sequence. Two more specs cover who's allowed to touch state at 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17236" cy="3657600"/>
          </a:xfrm>
          <a:prstGeom prst="roundRect">
            <a:avLst>
              <a:gd name="adj" fmla="val 2000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61488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554480" y="303580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single-ball-holder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BallStateService writes ball_holder.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45857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2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grep for ball_holder assignments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2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EXPECT: only in ball_state_service.gd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23076" y="2377440"/>
            <a:ext cx="5317236" cy="3657600"/>
          </a:xfrm>
          <a:prstGeom prst="roundRect">
            <a:avLst>
              <a:gd name="adj" fmla="val 2000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2743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28916" y="2761488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28916" y="303580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ball-write-ownership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88836" y="374904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BallStateService is the only allowed writer.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88836" y="4663440"/>
            <a:ext cx="45857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ALLOWED: BallStateService → ball_holder (write)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FORBIDDEN: anything else → ball_holder (write)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4 OF 4 —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checks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verification. Behavior specs get model-checked; constraint and dependency specs get checked against the actual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0D1420"/>
          </a:solidFill>
          <a:ln w="12700">
            <a:solidFill>
              <a:srgbClr val="222E4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614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archwright-check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10360152" cy="0"/>
          </a:xfrm>
          <a:prstGeom prst="line">
            <a:avLst/>
          </a:prstGeom>
          <a:noFill/>
          <a:ln w="12700">
            <a:solidFill>
              <a:srgbClr val="222E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566160"/>
            <a:ext cx="103601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archwright-check ball-state-lifecycle.yaml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at-most-one-holder: PASS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archwright-check single-ball-holder.yaml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✗ FAIL: ball_holder assigned outside BallStateService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src/controllers/fielder_ai.gd:183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"ball_holder = self"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· STEP 4 OF 4 —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— and catch exactly this bug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fielder_ai.gd line from Part One. This time, verification catches it before it ships.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3063240"/>
          </a:xfrm>
          <a:prstGeom prst="roundRect">
            <a:avLst>
              <a:gd name="adj" fmla="val 2388"/>
            </a:avLst>
          </a:prstGeom>
          <a:solidFill>
            <a:srgbClr val="0D1420"/>
          </a:solidFill>
          <a:ln w="12700">
            <a:solidFill>
              <a:srgbClr val="222E45"/>
            </a:solidFill>
            <a:prstDash val="solid"/>
          </a:ln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31720" y="333756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fielder_ai.gd writes ball_holder directly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31720" y="384048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single-ball-holder  ★★  (must escalate to human)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to: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31720" y="434340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pattern:ball-possession → constraint:single-writer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331720" y="484632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BallStateService.request_transfer() instead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5623560"/>
            <a:ext cx="10360152" cy="594360"/>
          </a:xfrm>
          <a:prstGeom prst="roundRect">
            <a:avLst>
              <a:gd name="adj" fmla="val 9231"/>
            </a:avLst>
          </a:prstGeom>
          <a:solidFill>
            <a:srgbClr val="142640"/>
          </a:solidFill>
          <a:ln w="12700">
            <a:solidFill>
              <a:srgbClr val="05D9E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7698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5623560"/>
            <a:ext cx="9720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Caught. The exact bug from Part One — before code review.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231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84048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seen it catch a real bug. Here's the mechanics that make it work — confidence levels, where things live, and who does what.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decisions are equally sacred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can be promoted as evidence accumulates, or demoted when a counterexample is found.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7460"/>
            <a:ext cx="914400" cy="914400"/>
          </a:xfrm>
          <a:prstGeom prst="ellipse">
            <a:avLst/>
          </a:prstGeom>
          <a:solidFill>
            <a:srgbClr val="3A1030"/>
          </a:solidFill>
          <a:ln w="19050">
            <a:solidFill>
              <a:srgbClr val="FF2E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374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312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always hold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0" y="2377440"/>
            <a:ext cx="6016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Physics, security, data integrity. Checked rigorously — violations escalate to a human.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67912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4027932"/>
            <a:ext cx="914400" cy="91440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79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4050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Believed to be right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0" y="3867912"/>
            <a:ext cx="6016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it. Checked normally — the agent proposes fixes.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58384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5518404"/>
            <a:ext cx="914400" cy="914400"/>
          </a:xfrm>
          <a:prstGeom prst="ellipse">
            <a:avLst/>
          </a:prstGeom>
          <a:solidFill>
            <a:srgbClr val="2C1650"/>
          </a:solidFill>
          <a:ln w="19050">
            <a:solidFill>
              <a:srgbClr val="AD9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184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9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03120" y="5541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approach, untested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0" y="5358384"/>
            <a:ext cx="6016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change. Checked lightly — the agent may auto-adjust.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and commitments, kept separate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71516" cy="4114800"/>
          </a:xfrm>
          <a:prstGeom prst="roundRect">
            <a:avLst>
              <a:gd name="adj" fmla="val 1778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2402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— WHY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4539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reasoning: forces, tensions, and how you resolved them.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design/patterns/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ball-possession.yaml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practice-execution.yaml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68796" y="1874520"/>
            <a:ext cx="5271516" cy="4114800"/>
          </a:xfrm>
          <a:prstGeom prst="roundRect">
            <a:avLst>
              <a:gd name="adj" fmla="val 1778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402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0356" y="224028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— WHAT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734556" y="2971800"/>
            <a:ext cx="4539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commitments: what must be true, and how to check it.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734556" y="3794760"/>
            <a:ext cx="45399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3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design/specs/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ball-state-lifecycle.yaml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single-ball-holder.yaml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D9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ball-write-ownership.yaml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suite verifies the implementation matches the specs.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holds the 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627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forces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conversation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7784" y="192024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04" y="217627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2104" y="27889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resolutions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42104" y="31546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options, researches prior art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86928" y="192024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248" y="217627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61248" y="27889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61248" y="31546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ratified decisions as patterns + specs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458212" y="397764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532" y="42336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32532" y="48463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2732532" y="52120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against each other and your code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77356" y="3977640"/>
            <a:ext cx="3453384" cy="1737360"/>
          </a:xfrm>
          <a:prstGeom prst="roundRect">
            <a:avLst>
              <a:gd name="adj" fmla="val 4211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4233672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51676" y="484632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corrections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551676" y="52120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responsible decision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decide. </a:t>
            </a:r>
            <a:pPr algn="ctr" indent="0" marL="0">
              <a:buNone/>
            </a:pPr>
            <a:r>
              <a:rPr lang="en-US" sz="150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prepares, proposes, and verifies.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ideas about knowledge and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142640"/>
          </a:solidFill>
          <a:ln w="15875">
            <a:solidFill>
              <a:srgbClr val="05D9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204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stay first-class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813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knowledge is the method of naming and resolving tensions — not a template library.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7784" y="233172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7824" y="2651760"/>
            <a:ext cx="685800" cy="685800"/>
          </a:xfrm>
          <a:prstGeom prst="ellipse">
            <a:avLst/>
          </a:prstGeom>
          <a:solidFill>
            <a:srgbClr val="142640"/>
          </a:solidFill>
          <a:ln w="15875">
            <a:solidFill>
              <a:srgbClr val="05D9E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04" y="2834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7824" y="35204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“Resolves into,” not “compiles to”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7824" y="4297680"/>
            <a:ext cx="2813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doesn't mechanically transform into architecture. It's creatively resolved, then formally verified.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6928" y="233172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6968" y="2651760"/>
            <a:ext cx="685800" cy="685800"/>
          </a:xfrm>
          <a:prstGeom prst="ellipse">
            <a:avLst/>
          </a:prstGeom>
          <a:solidFill>
            <a:srgbClr val="142640"/>
          </a:solidFill>
          <a:ln w="15875">
            <a:solidFill>
              <a:srgbClr val="05D9E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848" y="2834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6968" y="3520440"/>
            <a:ext cx="281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the system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06968" y="4297680"/>
            <a:ext cx="2813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lives in skills. Tools handle only deterministic operations — schema checks, model checking, grep.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ideas about trust and diagnosis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97480"/>
            <a:ext cx="822960" cy="822960"/>
          </a:xfrm>
          <a:prstGeom prst="ellipse">
            <a:avLst/>
          </a:prstGeom>
          <a:solidFill>
            <a:srgbClr val="2C1650"/>
          </a:solidFill>
          <a:ln w="15875">
            <a:solidFill>
              <a:srgbClr val="05D9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907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03320"/>
            <a:ext cx="4585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via verification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45857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specs are proven consistent, you review intent — not output. The checking handles correctness, every time, automatically.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3076" y="2331720"/>
            <a:ext cx="5317236" cy="3291840"/>
          </a:xfrm>
          <a:prstGeom prst="roundRect">
            <a:avLst>
              <a:gd name="adj" fmla="val 2222"/>
            </a:avLst>
          </a:prstGeom>
          <a:solidFill>
            <a:srgbClr val="231242"/>
          </a:solidFill>
          <a:ln/>
          <a:effectLst>
            <a:outerShdw sx="100000" sy="100000" kx="0" ky="0" algn="bl" rotWithShape="0" blurRad="203200" dist="25400" dir="5400000">
              <a:srgbClr val="05D9E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88836" y="2697480"/>
            <a:ext cx="822960" cy="822960"/>
          </a:xfrm>
          <a:prstGeom prst="ellipse">
            <a:avLst/>
          </a:prstGeom>
          <a:solidFill>
            <a:srgbClr val="2C1650"/>
          </a:solidFill>
          <a:ln w="15875">
            <a:solidFill>
              <a:srgbClr val="05D9E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48" y="2907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88836" y="3703320"/>
            <a:ext cx="45857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pairs over raw errors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88836" y="4297680"/>
            <a:ext cx="45857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show the violation next to the nearest valid alternative. The diff between them is the diagnosis — exactly what you saw in Part Three.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0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loop, start to finish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follows this path — named, resolved, specified, and enforced.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36713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00200" y="3383280"/>
            <a:ext cx="9564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56662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698" y="367131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2342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forces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08222" y="3383280"/>
            <a:ext cx="9564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64685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21" y="367131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90365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616245" y="3383280"/>
            <a:ext cx="9564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572707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743" y="3671316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8387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624267" y="3383280"/>
            <a:ext cx="9564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8580730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8766" y="367131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06410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632290" y="3383280"/>
            <a:ext cx="95646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10588752" y="3383280"/>
            <a:ext cx="1051560" cy="1051560"/>
          </a:xfrm>
          <a:prstGeom prst="ellipse">
            <a:avLst/>
          </a:prstGeom>
          <a:solidFill>
            <a:srgbClr val="142640"/>
          </a:solidFill>
          <a:ln w="19050">
            <a:solidFill>
              <a:srgbClr val="05D9E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6788" y="3671316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14432" y="4572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route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14400" y="5623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the loop starts again — </a:t>
            </a:r>
            <a:pPr algn="ct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can be promoted or demoted as reality teaches you more.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200" kern="0" dirty="0">
                <a:solidFill>
                  <a:srgbClr val="F3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ARCHWRIGHT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88720" y="324612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3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become checkable. </a:t>
            </a:r>
            <a:pPr algn="ctr" indent="0" marL="0">
              <a:buNone/>
            </a:pPr>
            <a:r>
              <a:rPr lang="en-US" sz="1900" b="1" dirty="0">
                <a:solidFill>
                  <a:srgbClr val="05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stays honest.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93192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decide. The agent prepares, proposes, and verifies.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Archwright: A Brief</dc:title>
  <dc:subject>PptxGenJS Presentation</dc:subject>
  <dc:creator>Archwright</dc:creator>
  <cp:lastModifiedBy>Archwright</cp:lastModifiedBy>
  <cp:revision>1</cp:revision>
  <dcterms:created xsi:type="dcterms:W3CDTF">2026-07-07T04:53:10Z</dcterms:created>
  <dcterms:modified xsi:type="dcterms:W3CDTF">2026-07-07T04:53:10Z</dcterms:modified>
</cp:coreProperties>
</file>